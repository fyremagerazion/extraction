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c0f7f99e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c0f7f99e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c0f7f99e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c0f7f99e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c0f7f99e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c0f7f99e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QwenLM/Qwen3-VL-Embedd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299" y="744505"/>
            <a:ext cx="4592298" cy="208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8200" y="2832350"/>
            <a:ext cx="4094500" cy="228823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6225" y="528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https://www.kimi.com/ai-models/kimi-k2-5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600" y="152400"/>
            <a:ext cx="73000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0"/>
            <a:ext cx="4464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https://github.com/QwenLM/Qwen3-VL-Embedding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Multi-modal RAG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